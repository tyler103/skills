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 Mon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Mono-bold.fntdata"/><Relationship Id="rId16" Type="http://schemas.openxmlformats.org/officeDocument/2006/relationships/font" Target="fonts/RobotoMon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Mon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dd864d98a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dd864d98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dd864d98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bdd864d98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dd864d98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dd864d98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dd864d98a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dd864d98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dd864d98a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dd864d98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dd864d98a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dd864d98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dd864d98a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bdd864d98a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dd864d98a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bdd864d98a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https://www.youtube.com/watch?v=1Z_4sBNoZj4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dd864d98a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bdd864d98a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 Methods and Direction Set Methods in Multidimensional Optimization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10.6 (linmin) to 10.7 (Powell’s Method)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It Mean to Minimize a Function?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3987600" cy="36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Goal: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A function that maps inputs to outputs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We want the input that produces the smallest output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Example: f(x) = (x - 3)^2, minimum occurs at x = 3, f(3) = 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 title="ChatGPT Image Jan 24, 2026, 03_32_22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9300" y="1288225"/>
            <a:ext cx="4539901" cy="3026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One Variable to Many Variables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299050"/>
            <a:ext cx="4952100" cy="35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One variable: f(x)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Many variable: f(x,y), f(x,y,z), f(x)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Represents a surface or landscape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Hard to search </a:t>
            </a:r>
            <a:r>
              <a:rPr lang="en">
                <a:solidFill>
                  <a:schemeClr val="dk1"/>
                </a:solidFill>
              </a:rPr>
              <a:t>directly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Analogy: Finding the lowest point on a mountain</a:t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6850" y="1576725"/>
            <a:ext cx="4311001" cy="2371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Idea of 10.6: Reduce to One Dimension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214700"/>
            <a:ext cx="4968900" cy="335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Instead of searching everywhere: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>
                <a:solidFill>
                  <a:schemeClr val="dk1"/>
                </a:solidFill>
              </a:rPr>
              <a:t>Pick a starting point 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>
                <a:solidFill>
                  <a:schemeClr val="dk1"/>
                </a:solidFill>
              </a:rPr>
              <a:t>Pick a direction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>
                <a:solidFill>
                  <a:schemeClr val="dk1"/>
                </a:solidFill>
              </a:rPr>
              <a:t>Move along that </a:t>
            </a:r>
            <a:r>
              <a:rPr lang="en">
                <a:solidFill>
                  <a:schemeClr val="dk1"/>
                </a:solidFill>
              </a:rPr>
              <a:t>straight</a:t>
            </a:r>
            <a:r>
              <a:rPr lang="en">
                <a:solidFill>
                  <a:schemeClr val="dk1"/>
                </a:solidFill>
              </a:rPr>
              <a:t> line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Mathematically</a:t>
            </a:r>
            <a:r>
              <a:rPr lang="en">
                <a:solidFill>
                  <a:schemeClr val="dk1"/>
                </a:solidFill>
              </a:rPr>
              <a:t>: 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>
                <a:solidFill>
                  <a:schemeClr val="dk1"/>
                </a:solidFill>
              </a:rPr>
              <a:t>x(t)=p+tξ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Define :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>
                <a:solidFill>
                  <a:schemeClr val="dk1"/>
                </a:solidFill>
              </a:rPr>
              <a:t>g</a:t>
            </a:r>
            <a:r>
              <a:rPr lang="en">
                <a:solidFill>
                  <a:schemeClr val="dk1"/>
                </a:solidFill>
              </a:rPr>
              <a:t>(t)=f(p+tξ)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Thus the problem is now a one dimensional problem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6" name="Google Shape;76;p16" title="Screenshot 2026-01-24 at 3.37.0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1850" y="1393725"/>
            <a:ext cx="3558600" cy="2726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linmin Does (10.6)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13475"/>
            <a:ext cx="3906000" cy="25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Input:</a:t>
            </a:r>
            <a:endParaRPr/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Current</a:t>
            </a:r>
            <a:r>
              <a:rPr lang="en"/>
              <a:t> point, p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Direction, ξ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f</a:t>
            </a:r>
            <a:r>
              <a:rPr lang="en"/>
              <a:t>unction , f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Output:</a:t>
            </a:r>
            <a:endParaRPr/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Moves p to the min along that line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Returns the function value</a:t>
            </a:r>
            <a:endParaRPr/>
          </a:p>
        </p:txBody>
      </p:sp>
      <p:pic>
        <p:nvPicPr>
          <p:cNvPr id="83" name="Google Shape;83;p17" title="Screenshot 2026-01-24 at 3.17.5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4075" y="3685375"/>
            <a:ext cx="6340151" cy="115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 Question: </a:t>
            </a:r>
            <a:r>
              <a:rPr lang="en"/>
              <a:t>Which</a:t>
            </a:r>
            <a:r>
              <a:rPr lang="en"/>
              <a:t> direction </a:t>
            </a:r>
            <a:r>
              <a:rPr lang="en"/>
              <a:t>should</a:t>
            </a:r>
            <a:r>
              <a:rPr lang="en"/>
              <a:t> we choose next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944775"/>
            <a:ext cx="3855300" cy="36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From 10.6 we already know how to move to the best point along one chosen direction using linmin()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If we choose directions poorly, the algorithm can be extremely slow.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0" name="Google Shape;90;p18" title="Screenshot 2026-01-24 at 3.21.2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9151" y="1152475"/>
            <a:ext cx="4323301" cy="3938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 of Direction Set Methods (10.7)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Instead of fixed directions: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Update directions as the algorithm runs.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Learn directions that follow valleys.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Avoid undoing previous progress.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Goal:</a:t>
            </a:r>
            <a:endParaRPr/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Move efficiently toward the minimum.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Conjugate Directions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017725"/>
            <a:ext cx="51882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Two directions are </a:t>
            </a:r>
            <a:r>
              <a:rPr b="1" lang="en">
                <a:solidFill>
                  <a:schemeClr val="dk1"/>
                </a:solidFill>
              </a:rPr>
              <a:t>conjugate</a:t>
            </a:r>
            <a:r>
              <a:rPr lang="en">
                <a:solidFill>
                  <a:schemeClr val="dk1"/>
                </a:solidFill>
              </a:rPr>
              <a:t> if: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>
                <a:solidFill>
                  <a:schemeClr val="dk1"/>
                </a:solidFill>
              </a:rPr>
              <a:t>Moving along one does not ruin the minimization along the other.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If we find N conjugate directions: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>
                <a:solidFill>
                  <a:schemeClr val="dk1"/>
                </a:solidFill>
              </a:rPr>
              <a:t>A quadratic function can be minimized in N line searches.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Key idea: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Directions should not interfere with each other.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Powell’s Method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214700"/>
            <a:ext cx="4563900" cy="335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>
                <a:solidFill>
                  <a:schemeClr val="dk1"/>
                </a:solidFill>
              </a:rPr>
              <a:t>Start with coordinate directions.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>
                <a:solidFill>
                  <a:schemeClr val="dk1"/>
                </a:solidFill>
              </a:rPr>
              <a:t>Run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linmin</a:t>
            </a:r>
            <a:r>
              <a:rPr lang="en">
                <a:solidFill>
                  <a:schemeClr val="dk1"/>
                </a:solidFill>
              </a:rPr>
              <a:t> along each direction.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>
                <a:solidFill>
                  <a:schemeClr val="dk1"/>
                </a:solidFill>
              </a:rPr>
              <a:t>Measure the net movement direction.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>
                <a:solidFill>
                  <a:schemeClr val="dk1"/>
                </a:solidFill>
              </a:rPr>
              <a:t>Add this new direction.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>
                <a:solidFill>
                  <a:schemeClr val="dk1"/>
                </a:solidFill>
              </a:rPr>
              <a:t>Remove one old direction.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>
                <a:solidFill>
                  <a:schemeClr val="dk1"/>
                </a:solidFill>
              </a:rPr>
              <a:t>Repeat until improvement is small.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21" title="Screenshot 2026-01-24 at 3.28.2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9950" y="1189613"/>
            <a:ext cx="3963600" cy="27642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Overall Summary</a:t>
            </a:r>
            <a:endParaRPr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349675"/>
            <a:ext cx="4260300" cy="32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powell works better: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Learns good directions automatically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Avoids zig-zagging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Faster convergence than coordinate descent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Works without gradients</a:t>
            </a:r>
            <a:endParaRPr/>
          </a:p>
        </p:txBody>
      </p:sp>
      <p:sp>
        <p:nvSpPr>
          <p:cNvPr id="116" name="Google Shape;116;p22"/>
          <p:cNvSpPr txBox="1"/>
          <p:nvPr/>
        </p:nvSpPr>
        <p:spPr>
          <a:xfrm>
            <a:off x="4437025" y="1400275"/>
            <a:ext cx="3930900" cy="28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10.6: How to move optimally along one direction (linmin).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10.7: How to choose and update directions intelligently (Powell).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Together they solve multidimensional minimization efficiently.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